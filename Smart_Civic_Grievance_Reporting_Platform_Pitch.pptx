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Introduction</a:t>
            </a:r>
            <a:endParaRPr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Team Name: Coding Cast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Project: Smart Civic Grievance Reporting Platform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Event: IBM Z Datathon 2025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Team Members: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• Somepalli Harshini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• Miryala Bhavani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• M. Naga Chaitanya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• A. Devi Sr</a:t>
            </a:r>
            <a:r>
              <a:rPr lang="en-IN" sz="2665"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IN" sz="2665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Citizens struggle to report civic issues such as potholes, garbage, or broken streetlights.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Current systems are slow, non-transparent, and require physical visits.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This leads to frustration, delays, and lack of accountability.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Data &amp; Evidence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Reports often delayed by weeks.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Lack of status tracking leaves citizens uninformed.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Poor UI reduces participation.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Thousands of issues go unreported.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Authorities lack proactive insights.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Our Solution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Mobile + Web platform for easy reporting.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Users upload photos, geo-tag via GPS.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Voice/text issue description.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Complaints auto-routed to departments.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Real-time tracking &amp; citizen feedback.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Admin dashboard with heatmaps &amp; analytics.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Demo Highlights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User takes a photo – app auto-detects location.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Adds text or voice description.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Complaint routed automatically.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Real-time tracking for users.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Admin dashboard visualizes reports.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Technology Stack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Frontend: React Native (mobile), React.js (web)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Backend: Node.js with Express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Database: MongoDB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Geo Services: Google Maps API / IBM Mapbox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Voice Input: Web Speech API / Google Speech-to-Text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sz="2665">
                <a:latin typeface="Times New Roman" panose="02020603050405020304" charset="0"/>
                <a:cs typeface="Times New Roman" panose="02020603050405020304" charset="0"/>
              </a:rPr>
              <a:t>IBM Tools: Cloud Object Storage, Watson NLP, Cloud Functions, Db2/Cloudant, Cognos Analytics</a:t>
            </a:r>
            <a:endParaRPr sz="2665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Impact &amp; Benefits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Faster issue resolution.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Transparent complaint handling.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Increased civic engagement.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Data-driven governance.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Future Scope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AI-based automatic issue detection.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IoT sensors for real-time monitoring.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Broader coverage of civic services.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183"/>
            <a:ext cx="8229600" cy="1143000"/>
          </a:xfrm>
        </p:spPr>
        <p:txBody>
          <a:bodyPr/>
          <a:p>
            <a:r>
              <a:rPr lang="en-IN" altLang="en-US"/>
              <a:t>THANK YOU</a:t>
            </a:r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1598</Words>
  <Application>WPS Presentation</Application>
  <PresentationFormat>On-screen Show (4:3)</PresentationFormat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Times New Roman</vt:lpstr>
      <vt:lpstr>Office Theme</vt:lpstr>
      <vt:lpstr>Introduction</vt:lpstr>
      <vt:lpstr>Problem Statement</vt:lpstr>
      <vt:lpstr>Data &amp; Evidence</vt:lpstr>
      <vt:lpstr>Our Solution</vt:lpstr>
      <vt:lpstr>Demo Highlights</vt:lpstr>
      <vt:lpstr>Technology Stack</vt:lpstr>
      <vt:lpstr>Impact &amp; Benefits</vt:lpstr>
      <vt:lpstr>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Harshini Somepalli</cp:lastModifiedBy>
  <cp:revision>2</cp:revision>
  <dcterms:created xsi:type="dcterms:W3CDTF">2013-01-27T09:14:00Z</dcterms:created>
  <dcterms:modified xsi:type="dcterms:W3CDTF">2025-10-12T07:43:35Z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6E7E209E6B8942A7BD8554A14488160E_12</vt:lpwstr>
  </property>
  <property fmtid="{D5CDD505-2E9C-101B-9397-08002B2CF9AE}" pid="3" name="KSOProductBuildVer">
    <vt:lpwstr>1033-12.2.0.22549</vt:lpwstr>
  </property>
</Properties>
</file>